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343434"/>
                </a:solidFill>
                <a:latin typeface="Arial"/>
              </a:rPr>
              <a:t>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109728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43434"/>
                </a:solidFill>
                <a:latin typeface="Arial"/>
              </a:rPr>
              <a:t>HIDROSENTINELA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" y="731520"/>
            <a:ext cx="3895344" cy="2670048"/>
          </a:xfrm>
          <a:prstGeom prst="rect">
            <a:avLst/>
          </a:prstGeom>
          <a:solidFill>
            <a:srgbClr val="EFEFEF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3675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43434"/>
                </a:solidFill>
                <a:latin typeface="Arial"/>
              </a:rPr>
              <a:t>Quem é essa persona?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133856"/>
            <a:ext cx="363931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Representa a média do público afetado nas entrevistas em Vila Velha e Cariacica.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Morador(a) ou trabalhador(a) de região suscetível a enchentes e alagamentos.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Já vivenciou enchentes ou impactos causados por chuvas fortes.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Convive com risco recorrente e preocupação com deslocamento, casa e rotina.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731520"/>
            <a:ext cx="3895344" cy="2670048"/>
          </a:xfrm>
          <a:prstGeom prst="rect">
            <a:avLst/>
          </a:prstGeom>
          <a:solidFill>
            <a:srgbClr val="EFEFEF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4256" y="804672"/>
            <a:ext cx="3675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43434"/>
                </a:solidFill>
                <a:latin typeface="Arial"/>
              </a:rPr>
              <a:t>Contexto de vida e relação com 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2544" y="1133856"/>
            <a:ext cx="363931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Mora ou circula por áreas onde alagamentos afetam ruas, bairros e acessos.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Pode ter prejuízos materiais, interrupção do trabalho e dificuldade de locomoção.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Nem sempre recebe alerta oficial.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Muitas vezes percebe o risco quando a água já começou a subir.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4464" y="731520"/>
            <a:ext cx="3895344" cy="2670048"/>
          </a:xfrm>
          <a:prstGeom prst="rect">
            <a:avLst/>
          </a:prstGeom>
          <a:solidFill>
            <a:srgbClr val="EFEFEF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804672"/>
            <a:ext cx="3675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43434"/>
                </a:solidFill>
                <a:latin typeface="Arial"/>
              </a:rPr>
              <a:t>Como acompanha a situação hoje?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133856"/>
            <a:ext cx="363931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Busca informações principalmente por televisão, WhatsApp, redes sociais e vizinhos.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Também observa o nível da água e usa o histórico do local como referência.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Quando precisa, procura orientações da Defesa Civil.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As informações costumam estar espalhadas em diferentes canais.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566160"/>
            <a:ext cx="3895344" cy="2670048"/>
          </a:xfrm>
          <a:prstGeom prst="rect">
            <a:avLst/>
          </a:prstGeom>
          <a:solidFill>
            <a:srgbClr val="EFEFEF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639312"/>
            <a:ext cx="3675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43434"/>
                </a:solidFill>
                <a:latin typeface="Arial"/>
              </a:rPr>
              <a:t>Principais 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968496"/>
            <a:ext cx="363931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Falta de antecedência para se preparar.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Dificuldade para entender informações técnicas ou genéricas.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Não saber exatamente se o próprio bairro está em risco.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Problemas de mobilidade: ruas alagadas, trânsito e dificuldade para sair ou voltar.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3566160"/>
            <a:ext cx="3895344" cy="2670048"/>
          </a:xfrm>
          <a:prstGeom prst="rect">
            <a:avLst/>
          </a:prstGeom>
          <a:solidFill>
            <a:srgbClr val="EFEFEF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639312"/>
            <a:ext cx="3675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43434"/>
                </a:solidFill>
                <a:latin typeface="Arial"/>
              </a:rPr>
              <a:t>Necessidades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3968496"/>
            <a:ext cx="363931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Informações claras, rápidas e confiáveis.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Indicação local do risco: bairro, rua ou região afetada.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Previsão com antecedência suficiente para agir.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Orientações práticas: rotas, abrigos, vias comprometidas e o que fazer.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4464" y="3566160"/>
            <a:ext cx="3895344" cy="2670048"/>
          </a:xfrm>
          <a:prstGeom prst="rect">
            <a:avLst/>
          </a:prstGeom>
          <a:solidFill>
            <a:srgbClr val="EFEFEF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3639312"/>
            <a:ext cx="3675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43434"/>
                </a:solidFill>
                <a:latin typeface="Arial"/>
              </a:rPr>
              <a:t>O que espera de uma solução?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968496"/>
            <a:ext cx="363931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Uma visão simples da situação da sua região.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Alertas e atualização do nível de risco em linguagem acessível.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Integração de dados de chuva, rios, histórico e ocorrências atuais.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3434"/>
                </a:solidFill>
                <a:latin typeface="Arial"/>
              </a:rPr>
              <a:t>Informação acionável para decidir como se proteger e reorganizar a rotina.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