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CC"/>
    <a:srgbClr val="CC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" dt="2026-08-28T19:21:27.965"/>
    <p1510:client id="{AD5DFC63-D719-D5E8-B26C-D512AC1BA984}" v="15" dt="2026-08-30T00:47:31.7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ablo Escobar Ramos Correia" userId="S::phablo.correia@souunisales.com.br::7dc2a06c-bae1-4931-86e6-ba5650280a74" providerId="AD" clId="Web-{00000000-0000-0000-0000-000000000000}"/>
    <pc:docChg chg="modSld">
      <pc:chgData name="Phablo Escobar Ramos Correia" userId="S::phablo.correia@souunisales.com.br::7dc2a06c-bae1-4931-86e6-ba5650280a74" providerId="AD" clId="Web-{00000000-0000-0000-0000-000000000000}" dt="2026-08-28T19:21:27.965" v="4" actId="1076"/>
      <pc:docMkLst>
        <pc:docMk/>
      </pc:docMkLst>
      <pc:sldChg chg="delSp modSp">
        <pc:chgData name="Phablo Escobar Ramos Correia" userId="S::phablo.correia@souunisales.com.br::7dc2a06c-bae1-4931-86e6-ba5650280a74" providerId="AD" clId="Web-{00000000-0000-0000-0000-000000000000}" dt="2026-08-28T19:21:27.965" v="4" actId="1076"/>
        <pc:sldMkLst>
          <pc:docMk/>
          <pc:sldMk cId="4207689485" sldId="256"/>
        </pc:sldMkLst>
        <pc:picChg chg="mod">
          <ac:chgData name="Phablo Escobar Ramos Correia" userId="S::phablo.correia@souunisales.com.br::7dc2a06c-bae1-4931-86e6-ba5650280a74" providerId="AD" clId="Web-{00000000-0000-0000-0000-000000000000}" dt="2026-08-28T19:21:27.965" v="4" actId="1076"/>
          <ac:picMkLst>
            <pc:docMk/>
            <pc:sldMk cId="4207689485" sldId="256"/>
            <ac:picMk id="1026" creationId="{C373C540-F760-4A12-989E-9C8EA1C58ACF}"/>
          </ac:picMkLst>
        </pc:picChg>
      </pc:sldChg>
    </pc:docChg>
  </pc:docChgLst>
  <pc:docChgLst>
    <pc:chgData name="Phablo Escobar Ramos Correia" userId="S::phablo.correia@souunisales.com.br::7dc2a06c-bae1-4931-86e6-ba5650280a74" providerId="AD" clId="Web-{AD5DFC63-D719-D5E8-B26C-D512AC1BA984}"/>
    <pc:docChg chg="modSld">
      <pc:chgData name="Phablo Escobar Ramos Correia" userId="S::phablo.correia@souunisales.com.br::7dc2a06c-bae1-4931-86e6-ba5650280a74" providerId="AD" clId="Web-{AD5DFC63-D719-D5E8-B26C-D512AC1BA984}" dt="2026-08-30T00:47:31.700" v="8" actId="1076"/>
      <pc:docMkLst>
        <pc:docMk/>
      </pc:docMkLst>
      <pc:sldChg chg="addSp modSp">
        <pc:chgData name="Phablo Escobar Ramos Correia" userId="S::phablo.correia@souunisales.com.br::7dc2a06c-bae1-4931-86e6-ba5650280a74" providerId="AD" clId="Web-{AD5DFC63-D719-D5E8-B26C-D512AC1BA984}" dt="2026-08-30T00:47:31.700" v="8" actId="1076"/>
        <pc:sldMkLst>
          <pc:docMk/>
          <pc:sldMk cId="2015253742" sldId="257"/>
        </pc:sldMkLst>
        <pc:spChg chg="mod">
          <ac:chgData name="Phablo Escobar Ramos Correia" userId="S::phablo.correia@souunisales.com.br::7dc2a06c-bae1-4931-86e6-ba5650280a74" providerId="AD" clId="Web-{AD5DFC63-D719-D5E8-B26C-D512AC1BA984}" dt="2026-08-30T00:46:54.887" v="0" actId="14100"/>
          <ac:spMkLst>
            <pc:docMk/>
            <pc:sldMk cId="2015253742" sldId="257"/>
            <ac:spMk id="2" creationId="{E235EF0C-C493-4700-829C-2EEA1C67A567}"/>
          </ac:spMkLst>
        </pc:spChg>
        <pc:spChg chg="add mod">
          <ac:chgData name="Phablo Escobar Ramos Correia" userId="S::phablo.correia@souunisales.com.br::7dc2a06c-bae1-4931-86e6-ba5650280a74" providerId="AD" clId="Web-{AD5DFC63-D719-D5E8-B26C-D512AC1BA984}" dt="2026-08-30T00:47:31.700" v="8" actId="1076"/>
          <ac:spMkLst>
            <pc:docMk/>
            <pc:sldMk cId="2015253742" sldId="257"/>
            <ac:spMk id="3" creationId="{D796B8EC-23EC-D441-E50F-1F72FD1C3EC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63BEA4-ACBE-462B-AECD-D2C3B9A82A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0916BAE-9996-4466-B614-CF5F598E05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4A173D-220C-469E-8C17-CD4F0D092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19FA8-0CDA-4A93-A0D0-36EB55EC3312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359098-5B6B-46D4-B7B4-D77E10B57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501149-589C-4F11-AF81-56EA7436D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29123-F3B3-4661-901C-3975AA7DD81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6647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7B5061-2CEA-4303-A315-AD9BDC771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C616CF-E14B-488D-9AA8-08C169D8B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586FD6-3D0A-4B8B-80A3-C3E546CC7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19FA8-0CDA-4A93-A0D0-36EB55EC3312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A80289-AEEB-44C9-966E-06508D53E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B68649-98BD-4082-ADEA-2A7910BE1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29123-F3B3-4661-901C-3975AA7DD81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9623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E54034-A2D6-43E0-8300-0F154EF16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F0E78E-62E9-4A27-BD1B-9417C5995F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9EE8E9-0DEA-4DB2-81A0-A99975350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19FA8-0CDA-4A93-A0D0-36EB55EC3312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3B3BF4-2BBA-4184-BC9F-51D152A1B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D83E6C-1FCD-4E71-8204-979A9EB4A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29123-F3B3-4661-901C-3975AA7DD81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2967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D0CC1B-2FB9-42D1-906A-89FE42C24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554543-EE5C-4AC4-A2A0-27A14CDE33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F7DA6A5-2D19-4A1E-A565-CA129870F2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F090BD4-1552-4FB3-9A28-D1CF4DD49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19FA8-0CDA-4A93-A0D0-36EB55EC3312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E77042E-91AB-4949-BAEC-DEEB0E28B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50C27F9-31C7-45AE-A5A2-08D741D06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29123-F3B3-4661-901C-3975AA7DD81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2355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883745-D94B-4AB5-8F1A-703CDB68A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E781FD8-9467-4AE4-9266-59887888E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A95EC9-441D-4DB6-8BB1-5C2338EB5E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A90A886-6513-48EF-AD54-0CEFB9BC73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A0EBECE-0E77-4FBA-B4EF-59D5B1417E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2F224B-9AFA-4D70-80C8-C0D77C04C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19FA8-0CDA-4A93-A0D0-36EB55EC3312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A8C2241-11E4-4AD5-84DC-E8D88936F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3CA54DA-C2B4-4306-B9F2-EF822953F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29123-F3B3-4661-901C-3975AA7DD81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2261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07E24F-D45E-4E82-A36D-CD6EDD629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9A43663-8895-4E24-99DE-B139A4252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19FA8-0CDA-4A93-A0D0-36EB55EC3312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822E-A4BB-46DD-8263-0E23C61AF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9677339-573D-47D9-B229-CA493070C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29123-F3B3-4661-901C-3975AA7DD81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7782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464C6C7-F164-4BA0-8712-5D1A23967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19FA8-0CDA-4A93-A0D0-36EB55EC3312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8888A11-4094-4ACA-80D9-CE850B7BE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411C0A6-9250-497F-B34B-CACBDFE58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29123-F3B3-4661-901C-3975AA7DD81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7609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0311E9-AA0D-4D26-9C10-53A525DB3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820899-DE94-49DA-970B-109583D51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062CB50-86DD-4311-97EF-4AB07635FB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764C805-E736-4FBC-B2C5-02D44537D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19FA8-0CDA-4A93-A0D0-36EB55EC3312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332E436-11C8-4282-AA45-850034641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B4DC936-F8ED-4CA3-992F-1652713C1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29123-F3B3-4661-901C-3975AA7DD81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9268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FAFCD7-EB4C-4D79-BBAB-D0EECBC8A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F3E3090-5CE3-45BA-9438-FAC5F9D652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6814074-8188-4C79-9A68-3D95A83A3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B3F7CEA-8A8D-4B5C-B97C-AAC727888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19FA8-0CDA-4A93-A0D0-36EB55EC3312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6E46F15-D079-4036-B620-02B8D47B0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BB9904B-279D-4DB1-9BF2-C08A6D59E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29123-F3B3-4661-901C-3975AA7DD81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2887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570CC3-CDA5-49E4-9491-EA1459AA9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5813D0F-9FE2-423E-90FC-E6A476FF40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54935F-C351-4508-A333-5F50587A7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19FA8-0CDA-4A93-A0D0-36EB55EC3312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15139D-1403-41FD-A8F6-5E5DF7727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BB90A6-555E-4A9A-97CA-A6CBF0764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29123-F3B3-4661-901C-3975AA7DD81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850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6ECA1E3-818C-4B86-8F74-1907069A7C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3B5C1F2-68A7-451E-8FD6-AC06E6588D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09D284-E882-4F77-A678-05919A394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19FA8-0CDA-4A93-A0D0-36EB55EC3312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B478E2-EC49-47F9-862A-7EFAD125E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4B431F-3B9C-4B08-83D5-E0D48BE89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29123-F3B3-4661-901C-3975AA7DD81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629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693BEA9-BC40-42C1-B2EE-AD6DB10F2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E8F0541-AAFA-4FAA-8EC9-D577B33B6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6E7C61-2527-4DED-BDD8-434A3AE22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319FA8-0CDA-4A93-A0D0-36EB55EC3312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94C78F-9BC0-4AEB-9971-5F3D8A9D40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DFDF1F-C148-46A5-8B32-F863C25913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29123-F3B3-4661-901C-3975AA7DD81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5277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escrição da imagem não disponível">
            <a:extLst>
              <a:ext uri="{FF2B5EF4-FFF2-40B4-BE49-F238E27FC236}">
                <a16:creationId xmlns:a16="http://schemas.microsoft.com/office/drawing/2014/main" id="{C373C540-F760-4A12-989E-9C8EA1C58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657" y="-2222"/>
            <a:ext cx="12192000" cy="641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7689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35EF0C-C493-4700-829C-2EEA1C67A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66" y="297393"/>
            <a:ext cx="8833450" cy="557742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rgbClr val="99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Preparação Para Imersão Profunda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52B8B4B-A09C-42A9-A7CF-4BE92A3540E1}"/>
              </a:ext>
            </a:extLst>
          </p:cNvPr>
          <p:cNvSpPr/>
          <p:nvPr/>
        </p:nvSpPr>
        <p:spPr>
          <a:xfrm>
            <a:off x="84665" y="1031082"/>
            <a:ext cx="3886202" cy="27027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Compreender como moradores de regiões suscetíveis a enchentes e inundações </a:t>
            </a:r>
            <a:r>
              <a:rPr lang="pt-BR" b="1" dirty="0"/>
              <a:t>buscam, recebem, interpretam e utilizam informações</a:t>
            </a:r>
            <a:r>
              <a:rPr lang="pt-BR" dirty="0"/>
              <a:t> sobre situações de risco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74158D9-6C61-4324-8029-494C50DA9DE3}"/>
              </a:ext>
            </a:extLst>
          </p:cNvPr>
          <p:cNvSpPr/>
          <p:nvPr/>
        </p:nvSpPr>
        <p:spPr>
          <a:xfrm>
            <a:off x="4152899" y="1031082"/>
            <a:ext cx="3886202" cy="27027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Principalmente </a:t>
            </a:r>
            <a:r>
              <a:rPr lang="pt-BR" b="1" dirty="0"/>
              <a:t>moradores de regiões que já sofreram ou são suscetíveis a enchentes e inundações no Espírito Santo</a:t>
            </a:r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1523C58-C9D1-4525-941C-CC8DCC3073D8}"/>
              </a:ext>
            </a:extLst>
          </p:cNvPr>
          <p:cNvSpPr/>
          <p:nvPr/>
        </p:nvSpPr>
        <p:spPr>
          <a:xfrm>
            <a:off x="8221133" y="1031082"/>
            <a:ext cx="3886202" cy="27027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Preferencialmente em </a:t>
            </a:r>
            <a:r>
              <a:rPr lang="pt-BR" b="1" dirty="0"/>
              <a:t>regiões do Espírito Santo com histórico ou suscetibilidade a enchentes</a:t>
            </a:r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9AD39B8-2E05-4991-8792-345D8CBE083E}"/>
              </a:ext>
            </a:extLst>
          </p:cNvPr>
          <p:cNvSpPr/>
          <p:nvPr/>
        </p:nvSpPr>
        <p:spPr>
          <a:xfrm>
            <a:off x="84665" y="3892814"/>
            <a:ext cx="3886202" cy="27027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/>
              <a:t>Durante a </a:t>
            </a:r>
            <a:r>
              <a:rPr lang="pt-BR" b="1"/>
              <a:t>etapa de imersão profunda do projeto</a:t>
            </a:r>
            <a:r>
              <a:rPr lang="pt-BR"/>
              <a:t>, após a preparação e validação do roteiro de entrevista pelo grupo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3CCC1D1-22D3-42CB-AEC4-4699562DBA8A}"/>
              </a:ext>
            </a:extLst>
          </p:cNvPr>
          <p:cNvSpPr/>
          <p:nvPr/>
        </p:nvSpPr>
        <p:spPr>
          <a:xfrm>
            <a:off x="4152899" y="3892814"/>
            <a:ext cx="3886202" cy="27027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/>
              <a:t>Os </a:t>
            </a:r>
            <a:r>
              <a:rPr lang="pt-BR" b="1"/>
              <a:t>cinco integrantes do grupo</a:t>
            </a:r>
            <a:r>
              <a:rPr lang="pt-BR"/>
              <a:t>, responsáveis pela preparação do roteiro, realização das entrevistas, registro das respostas e posterior análise dos resultados.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C28463A-F028-4CF8-B2DC-7941F4597D57}"/>
              </a:ext>
            </a:extLst>
          </p:cNvPr>
          <p:cNvSpPr/>
          <p:nvPr/>
        </p:nvSpPr>
        <p:spPr>
          <a:xfrm>
            <a:off x="8221133" y="3892814"/>
            <a:ext cx="3886202" cy="27027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Serão realizadas </a:t>
            </a:r>
            <a:r>
              <a:rPr lang="pt-BR" b="1" dirty="0"/>
              <a:t>entrevistas semiestruturadas</a:t>
            </a:r>
            <a:r>
              <a:rPr lang="pt-BR" dirty="0"/>
              <a:t>, utilizando um roteiro com perguntas abertas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96B8EC-23EC-D441-E50F-1F72FD1C3EC8}"/>
              </a:ext>
            </a:extLst>
          </p:cNvPr>
          <p:cNvSpPr txBox="1"/>
          <p:nvPr/>
        </p:nvSpPr>
        <p:spPr>
          <a:xfrm>
            <a:off x="11116144" y="389106"/>
            <a:ext cx="99448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>
                <a:ea typeface="Calibri"/>
                <a:cs typeface="Calibri"/>
              </a:rPr>
              <a:t>Phablo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20152537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111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Tema do Office</vt:lpstr>
      <vt:lpstr>PowerPoint Presentation</vt:lpstr>
      <vt:lpstr>Preparação Para Imersão Profunda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Phablo Escobar</dc:creator>
  <cp:lastModifiedBy>Phablo Escobar</cp:lastModifiedBy>
  <cp:revision>14</cp:revision>
  <dcterms:created xsi:type="dcterms:W3CDTF">2026-08-28T18:17:20Z</dcterms:created>
  <dcterms:modified xsi:type="dcterms:W3CDTF">2026-08-30T00:47:38Z</dcterms:modified>
</cp:coreProperties>
</file>