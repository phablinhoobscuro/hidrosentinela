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9753600" cy="7315200"/>
  <p:notesSz cx="6858000" cy="9144000"/>
  <p:embeddedFontLst>
    <p:embeddedFont>
      <p:font typeface="Poppins Bold" charset="1" panose="00000800000000000000"/>
      <p:regular r:id="rId7"/>
    </p:embeddedFont>
    <p:embeddedFont>
      <p:font typeface="Poppins Medium" charset="1" panose="00000600000000000000"/>
      <p:regular r:id="rId8"/>
    </p:embeddedFont>
    <p:embeddedFont>
      <p:font typeface="HK Grotesk Bold" charset="1" panose="00000800000000000000"/>
      <p:regular r:id="rId9"/>
    </p:embeddedFont>
    <p:embeddedFont>
      <p:font typeface="Poppins" charset="1" panose="00000500000000000000"/>
      <p:regular r:id="rId10"/>
    </p:embeddedFont>
    <p:embeddedFont>
      <p:font typeface="Open Sans Bold" charset="1" panose="020B080603050402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1177" y="2097791"/>
            <a:ext cx="2456160" cy="1778101"/>
            <a:chOff x="0" y="0"/>
            <a:chExt cx="710694" cy="514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0694" cy="514497"/>
            </a:xfrm>
            <a:custGeom>
              <a:avLst/>
              <a:gdLst/>
              <a:ahLst/>
              <a:cxnLst/>
              <a:rect r="r" b="b" t="t" l="l"/>
              <a:pathLst>
                <a:path h="514497" w="710694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79312" y="572785"/>
            <a:ext cx="10514278" cy="878664"/>
            <a:chOff x="0" y="0"/>
            <a:chExt cx="3042326" cy="2542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42326" cy="254243"/>
            </a:xfrm>
            <a:custGeom>
              <a:avLst/>
              <a:gdLst/>
              <a:ahLst/>
              <a:cxnLst/>
              <a:rect r="r" b="b" t="t" l="l"/>
              <a:pathLst>
                <a:path h="254243" w="3042326">
                  <a:moveTo>
                    <a:pt x="2301" y="0"/>
                  </a:moveTo>
                  <a:lnTo>
                    <a:pt x="3040025" y="0"/>
                  </a:lnTo>
                  <a:cubicBezTo>
                    <a:pt x="3040635" y="0"/>
                    <a:pt x="3041220" y="242"/>
                    <a:pt x="3041652" y="674"/>
                  </a:cubicBezTo>
                  <a:cubicBezTo>
                    <a:pt x="3042083" y="1105"/>
                    <a:pt x="3042326" y="1691"/>
                    <a:pt x="3042326" y="2301"/>
                  </a:cubicBezTo>
                  <a:lnTo>
                    <a:pt x="3042326" y="251942"/>
                  </a:lnTo>
                  <a:cubicBezTo>
                    <a:pt x="3042326" y="252552"/>
                    <a:pt x="3042083" y="253138"/>
                    <a:pt x="3041652" y="253569"/>
                  </a:cubicBezTo>
                  <a:cubicBezTo>
                    <a:pt x="3041220" y="254001"/>
                    <a:pt x="3040635" y="254243"/>
                    <a:pt x="3040025" y="254243"/>
                  </a:cubicBezTo>
                  <a:lnTo>
                    <a:pt x="2301" y="254243"/>
                  </a:lnTo>
                  <a:cubicBezTo>
                    <a:pt x="1691" y="254243"/>
                    <a:pt x="1105" y="254001"/>
                    <a:pt x="674" y="253569"/>
                  </a:cubicBezTo>
                  <a:cubicBezTo>
                    <a:pt x="242" y="253138"/>
                    <a:pt x="0" y="252552"/>
                    <a:pt x="0" y="251942"/>
                  </a:cubicBezTo>
                  <a:lnTo>
                    <a:pt x="0" y="2301"/>
                  </a:lnTo>
                  <a:cubicBezTo>
                    <a:pt x="0" y="1691"/>
                    <a:pt x="242" y="1105"/>
                    <a:pt x="674" y="674"/>
                  </a:cubicBezTo>
                  <a:cubicBezTo>
                    <a:pt x="1105" y="242"/>
                    <a:pt x="1691" y="0"/>
                    <a:pt x="2301" y="0"/>
                  </a:cubicBez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042326" cy="282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0">
            <a:off x="8700303" y="6299097"/>
            <a:ext cx="1157399" cy="1144773"/>
          </a:xfrm>
          <a:custGeom>
            <a:avLst/>
            <a:gdLst/>
            <a:ahLst/>
            <a:cxnLst/>
            <a:rect r="r" b="b" t="t" l="l"/>
            <a:pathLst>
              <a:path h="1144773" w="1157399">
                <a:moveTo>
                  <a:pt x="0" y="1144773"/>
                </a:moveTo>
                <a:lnTo>
                  <a:pt x="1157399" y="1144773"/>
                </a:lnTo>
                <a:lnTo>
                  <a:pt x="1157399" y="0"/>
                </a:lnTo>
                <a:lnTo>
                  <a:pt x="0" y="0"/>
                </a:lnTo>
                <a:lnTo>
                  <a:pt x="0" y="114477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-104102" y="6299097"/>
            <a:ext cx="1157399" cy="1144773"/>
          </a:xfrm>
          <a:custGeom>
            <a:avLst/>
            <a:gdLst/>
            <a:ahLst/>
            <a:cxnLst/>
            <a:rect r="r" b="b" t="t" l="l"/>
            <a:pathLst>
              <a:path h="1144773" w="1157399">
                <a:moveTo>
                  <a:pt x="1157399" y="1144773"/>
                </a:moveTo>
                <a:lnTo>
                  <a:pt x="0" y="1144773"/>
                </a:lnTo>
                <a:lnTo>
                  <a:pt x="0" y="0"/>
                </a:lnTo>
                <a:lnTo>
                  <a:pt x="1157399" y="0"/>
                </a:lnTo>
                <a:lnTo>
                  <a:pt x="1157399" y="114477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2661" y="2420422"/>
            <a:ext cx="2454676" cy="1465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199" spc="95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O QUE VOCÊ QUER DESCOBRIR?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199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Queremos descobrir como prever melhor o risco de enchentes e inundações no Espírito Santo.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4598" y="683287"/>
            <a:ext cx="8804404" cy="57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2"/>
              </a:lnSpc>
              <a:spcBef>
                <a:spcPct val="0"/>
              </a:spcBef>
            </a:pPr>
            <a:r>
              <a:rPr lang="en-US" b="true" sz="331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Preparação Para Imersão</a:t>
            </a:r>
            <a:r>
              <a:rPr lang="en-US" b="true" sz="3315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Profunda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273504" y="1930337"/>
            <a:ext cx="0" cy="4653343"/>
          </a:xfrm>
          <a:prstGeom prst="line">
            <a:avLst/>
          </a:prstGeom>
          <a:ln cap="flat" w="38100">
            <a:solidFill>
              <a:srgbClr val="1222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3190178" y="1930337"/>
            <a:ext cx="0" cy="4653343"/>
          </a:xfrm>
          <a:prstGeom prst="line">
            <a:avLst/>
          </a:prstGeom>
          <a:ln cap="flat" w="38100">
            <a:solidFill>
              <a:srgbClr val="12229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287097" y="4125792"/>
            <a:ext cx="8814033" cy="0"/>
          </a:xfrm>
          <a:prstGeom prst="line">
            <a:avLst/>
          </a:prstGeom>
          <a:ln cap="flat" w="38100">
            <a:solidFill>
              <a:srgbClr val="12229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6587829" y="2083903"/>
            <a:ext cx="2456160" cy="1778101"/>
            <a:chOff x="0" y="0"/>
            <a:chExt cx="710694" cy="5144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0694" cy="514497"/>
            </a:xfrm>
            <a:custGeom>
              <a:avLst/>
              <a:gdLst/>
              <a:ahLst/>
              <a:cxnLst/>
              <a:rect r="r" b="b" t="t" l="l"/>
              <a:pathLst>
                <a:path h="514497" w="710694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587829" y="2420422"/>
            <a:ext cx="2456160" cy="12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199" spc="95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ONDE A PESQUISA SERÁ FEITA?</a:t>
            </a:r>
          </a:p>
          <a:p>
            <a:pPr algn="l">
              <a:lnSpc>
                <a:spcPts val="1679"/>
              </a:lnSpc>
            </a:pP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199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pesquisa será realizada no Espírito Santo, em instituições como o Corpo de Bombeiros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21177" y="4402560"/>
            <a:ext cx="2456160" cy="1778101"/>
            <a:chOff x="0" y="0"/>
            <a:chExt cx="710694" cy="5144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0694" cy="514497"/>
            </a:xfrm>
            <a:custGeom>
              <a:avLst/>
              <a:gdLst/>
              <a:ahLst/>
              <a:cxnLst/>
              <a:rect r="r" b="b" t="t" l="l"/>
              <a:pathLst>
                <a:path h="514497" w="710694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21177" y="4800748"/>
            <a:ext cx="2454676" cy="125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Q</a:t>
            </a:r>
            <a:r>
              <a:rPr lang="en-US" b="true" sz="1200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uando a pesquisa será feita?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durante o desenvolvimento do projeto, em datas previamente combinadas com os Bombeiros.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552128" y="4402560"/>
            <a:ext cx="2456160" cy="1778101"/>
            <a:chOff x="0" y="0"/>
            <a:chExt cx="710694" cy="5144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0694" cy="514497"/>
            </a:xfrm>
            <a:custGeom>
              <a:avLst/>
              <a:gdLst/>
              <a:ahLst/>
              <a:cxnLst/>
              <a:rect r="r" b="b" t="t" l="l"/>
              <a:pathLst>
                <a:path h="514497" w="710694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555505" y="4991248"/>
            <a:ext cx="2452783" cy="62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b="true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Q</a:t>
            </a:r>
            <a:r>
              <a:rPr lang="en-US" b="true" sz="1199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uem são os pesquisadores?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199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Os integrantes do grupo.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587829" y="4402560"/>
            <a:ext cx="2456160" cy="1778101"/>
            <a:chOff x="0" y="0"/>
            <a:chExt cx="710694" cy="5144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0694" cy="514497"/>
            </a:xfrm>
            <a:custGeom>
              <a:avLst/>
              <a:gdLst/>
              <a:ahLst/>
              <a:cxnLst/>
              <a:rect r="r" b="b" t="t" l="l"/>
              <a:pathLst>
                <a:path h="514497" w="710694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609738" y="4508029"/>
            <a:ext cx="2434251" cy="152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 b="true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1026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e que forma a pesquisa será feita? quais materiais necessários?</a:t>
            </a:r>
          </a:p>
          <a:p>
            <a:pPr algn="l">
              <a:lnSpc>
                <a:spcPts val="1437"/>
              </a:lnSpc>
            </a:pPr>
          </a:p>
          <a:p>
            <a:pPr algn="just">
              <a:lnSpc>
                <a:spcPts val="1317"/>
              </a:lnSpc>
              <a:spcBef>
                <a:spcPct val="0"/>
              </a:spcBef>
            </a:pPr>
            <a:r>
              <a:rPr lang="en-US" sz="941">
                <a:solidFill>
                  <a:srgbClr val="050A30"/>
                </a:solidFill>
                <a:latin typeface="Poppins"/>
                <a:ea typeface="Poppins"/>
                <a:cs typeface="Poppins"/>
                <a:sym typeface="Poppins"/>
              </a:rPr>
              <a:t>A pesquisa será feita por meio de questionários com bombeiros, entrevistas com moradores e análise de dados públicos sobre chuvas, rios e enchentes,  utilizando computador, internet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504503" y="2097791"/>
            <a:ext cx="2456160" cy="1778101"/>
            <a:chOff x="0" y="0"/>
            <a:chExt cx="710694" cy="5144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0694" cy="514497"/>
            </a:xfrm>
            <a:custGeom>
              <a:avLst/>
              <a:gdLst/>
              <a:ahLst/>
              <a:cxnLst/>
              <a:rect r="r" b="b" t="t" l="l"/>
              <a:pathLst>
                <a:path h="514497" w="710694">
                  <a:moveTo>
                    <a:pt x="9850" y="0"/>
                  </a:moveTo>
                  <a:lnTo>
                    <a:pt x="700844" y="0"/>
                  </a:lnTo>
                  <a:cubicBezTo>
                    <a:pt x="706284" y="0"/>
                    <a:pt x="710694" y="4410"/>
                    <a:pt x="710694" y="9850"/>
                  </a:cubicBezTo>
                  <a:lnTo>
                    <a:pt x="710694" y="504647"/>
                  </a:lnTo>
                  <a:cubicBezTo>
                    <a:pt x="710694" y="510087"/>
                    <a:pt x="706284" y="514497"/>
                    <a:pt x="700844" y="514497"/>
                  </a:cubicBezTo>
                  <a:lnTo>
                    <a:pt x="9850" y="514497"/>
                  </a:lnTo>
                  <a:cubicBezTo>
                    <a:pt x="7238" y="514497"/>
                    <a:pt x="4732" y="513459"/>
                    <a:pt x="2885" y="511612"/>
                  </a:cubicBezTo>
                  <a:cubicBezTo>
                    <a:pt x="1038" y="509764"/>
                    <a:pt x="0" y="507259"/>
                    <a:pt x="0" y="504647"/>
                  </a:cubicBezTo>
                  <a:lnTo>
                    <a:pt x="0" y="9850"/>
                  </a:lnTo>
                  <a:cubicBezTo>
                    <a:pt x="0" y="4410"/>
                    <a:pt x="4410" y="0"/>
                    <a:pt x="9850" y="0"/>
                  </a:cubicBez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710694" cy="543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6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504503" y="2344768"/>
            <a:ext cx="2456160" cy="125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199" spc="95">
                <a:solidFill>
                  <a:srgbClr val="050A30"/>
                </a:solidFill>
                <a:latin typeface="Poppins Bold"/>
                <a:ea typeface="Poppins Bold"/>
                <a:cs typeface="Poppins Bold"/>
                <a:sym typeface="Poppins Bold"/>
              </a:rPr>
              <a:t>QUEM VOCÊ IRÁ PESQUISAR?</a:t>
            </a:r>
          </a:p>
          <a:p>
            <a:pPr algn="l">
              <a:lnSpc>
                <a:spcPts val="1679"/>
              </a:lnSpc>
            </a:pPr>
          </a:p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b="true" sz="1199">
                <a:solidFill>
                  <a:srgbClr val="050A3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Pesquisaremos bombeiros, profissionais da Defesa Civil, moradores de áreas que já sofreram com enchentes.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502374" y="6762886"/>
            <a:ext cx="750906" cy="19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true">
                <a:solidFill>
                  <a:srgbClr val="050A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Loys Lane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DAHTr3GXuQo</dc:identifier>
  <dcterms:modified xsi:type="dcterms:W3CDTF">2011-08-01T06:04:30Z</dcterms:modified>
  <cp:revision>1</cp:revision>
  <dc:title>Preparação para Imersão (Loys Lane)</dc:title>
</cp:coreProperties>
</file>